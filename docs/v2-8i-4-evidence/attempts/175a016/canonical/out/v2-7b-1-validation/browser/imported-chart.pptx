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Score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Human chart</c:v>
                  </c:pt>
                  <c:pt idx="1">
                    <c:v>B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1.25</c:v>
                </c:pt>
                <c:pt idx="1">
                  <c:v>12.5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5C59"/>
                </a:solidFill>
                <a:latin typeface="Inter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5C59"/>
                </a:solidFill>
                <a:latin typeface="Inter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000">
              <a:solidFill>
                <a:srgbClr val="5C5C59"/>
              </a:solidFill>
              <a:latin typeface="Inter"/>
              <a:cs typeface="Inter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BEB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47088"/>
            <a:ext cx="10911535" cy="1280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lnSpc>
                <a:spcPts val="4480"/>
              </a:lnSpc>
              <a:buNone/>
            </a:pPr>
            <a:r>
              <a:rPr lang="en-US" sz="4000" b="1" spc="-50" kern="0" dirty="0">
                <a:solidFill>
                  <a:srgbClr val="2D2D2A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Imported results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4261167"/>
            <a:ext cx="10911535" cy="484505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lnSpc>
                <a:spcPts val="2020"/>
              </a:lnSpc>
              <a:buNone/>
            </a:pPr>
            <a:r>
              <a:rPr lang="en-US" sz="1300" dirty="0">
                <a:solidFill>
                  <a:srgbClr val="2D2D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Imported results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BEB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0911535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ts val="4480"/>
              </a:lnSpc>
              <a:buNone/>
            </a:pPr>
            <a:r>
              <a:rPr lang="en-US" sz="4000" b="1" spc="-50" kern="0" dirty="0">
                <a:solidFill>
                  <a:srgbClr val="2D2D2A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Conductivity</a:t>
            </a:r>
            <a:endParaRPr lang="en-US" sz="4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640080" y="1618488"/>
          <a:ext cx="10911535" cy="3895344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/>
          <p:nvPr/>
        </p:nvSpPr>
        <p:spPr>
          <a:xfrm>
            <a:off x="640080" y="5513832"/>
            <a:ext cx="10911535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00" spc="20" kern="0" dirty="0">
                <a:solidFill>
                  <a:srgbClr val="5C5C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Unit: mS/cm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454335" y="6327648"/>
            <a:ext cx="109728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5C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/ 3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BEB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0911535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ts val="4480"/>
              </a:lnSpc>
              <a:buNone/>
            </a:pPr>
            <a:r>
              <a:rPr lang="en-US" sz="4000" b="1" spc="-50" kern="0" dirty="0">
                <a:solidFill>
                  <a:srgbClr val="2D2D2A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Measurements</a:t>
            </a:r>
            <a:endParaRPr lang="en-US" sz="4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18488"/>
          <a:ext cx="10911535" cy="1042035"/>
        </p:xfrm>
        <a:graphic>
          <a:graphicData uri="http://schemas.openxmlformats.org/drawingml/2006/table">
            <a:tbl>
              <a:tblPr/>
              <a:tblGrid>
                <a:gridCol w="5455768"/>
                <a:gridCol w="5455768"/>
              </a:tblGrid>
              <a:tr h="34734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D2D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Cell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D2D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Score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34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D2D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D2D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1.25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34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D2D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D2D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12.5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" name="Text 1"/>
          <p:cNvSpPr/>
          <p:nvPr/>
        </p:nvSpPr>
        <p:spPr>
          <a:xfrm>
            <a:off x="10454335" y="6327648"/>
            <a:ext cx="109728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5C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/ 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Imported results</dc:title>
  <dc:subject>PptxGenJS Presentation</dc:subject>
  <dc:creator>PptxGenJS</dc:creator>
  <cp:lastModifiedBy>PptxGenJS</cp:lastModifiedBy>
  <cp:revision>1</cp:revision>
  <dcterms:created xsi:type="dcterms:W3CDTF">2026-10-26T13:09:24Z</dcterms:created>
  <dcterms:modified xsi:type="dcterms:W3CDTF">2026-10-26T13:09:24Z</dcterms:modified>
</cp:coreProperties>
</file>