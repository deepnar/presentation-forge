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5C5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47088"/>
            <a:ext cx="10911535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Imported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61167"/>
            <a:ext cx="10911535" cy="48450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results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Conductivity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18488"/>
          <a:ext cx="10911535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513832"/>
            <a:ext cx="1091153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Unit: mS/cm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Measurements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18488"/>
          <a:ext cx="10911535" cy="1042035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Human table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Imported results</dc:title>
  <dc:subject>PptxGenJS Presentation</dc:subject>
  <dc:creator>PptxGenJS</dc:creator>
  <cp:lastModifiedBy>PptxGenJS</cp:lastModifiedBy>
  <cp:revision>1</cp:revision>
  <dcterms:created xsi:type="dcterms:W3CDTF">2026-10-26T07:38:57Z</dcterms:created>
  <dcterms:modified xsi:type="dcterms:W3CDTF">2026-10-26T07:38:57Z</dcterms:modified>
</cp:coreProperties>
</file>