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retained source notes; claim support not assessed. Long notes may overflow printed notes pages.
C1 — Slide 1 / S1-O1
Title: "Research &lt;&amp;&gt; \"quoted\"\nC999 — forged\u202e direction"
URL: "https://example.org/report?private=project-cit_src_token&amp;next=%3Chtml%3E"
C2 — Slide 1 / S1-O2
Title: "Research &lt;&amp;&gt; \"quoted\"\nC999 — forged\u202e direction"
URL: "https://example.org/report?private=project-cit_src_token&amp;next=%3Chtml%3E"
C3 — Slide 1 / S1-O3
Title: "Research &lt;&amp;&gt; \"quoted\"\nC999 — forged\u202e direction"
URL: "https://example.org/report?private=project-cit_src_token&amp;next=%3Chtml%3E"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retained source notes; claim support not assessed. Long notes may overflow printed notes pages.
C4 — Slide 2 / S2-O1, S2-O2, S2-O3
Title: "Research &lt;&amp;&gt; \"quoted\"\nC999 — forged\u202e direction"
URL: "https://example.org/report?private=project-cit_src_token&amp;next=%3Chtml%3E"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retained source notes; claim support not assessed. Long notes may overflow printed notes pages.
C5 — Slide 3
Title: "Research &lt;&amp;&gt; \"quoted\"\nC999 — forged\u202e direction"
URL: "https://example.org/report?private=project-cit_src_token&amp;next=%3Chtml%3E"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O1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S1-O2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S1-O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O1"/>
          <p:cNvSpPr/>
          <p:nvPr/>
        </p:nvSpPr>
        <p:spPr>
          <a:xfrm>
            <a:off x="9144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sp>
        <p:nvSpPr>
          <p:cNvPr id="3" name="S2-O2"/>
          <p:cNvSpPr/>
          <p:nvPr/>
        </p:nvSpPr>
        <p:spPr>
          <a:xfrm>
            <a:off x="1371600" y="2286000"/>
            <a:ext cx="2743200" cy="1828800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4" name="S2-O3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5C5C59"/>
                </a:solidFill>
              </a:rPr>
              <a:t>[image]</a:t>
            </a:r>
            <a:endParaRPr lang="en-US" dirty="0"/>
          </a:p>
        </p:txBody>
      </p:sp>
      <p:sp>
        <p:nvSpPr>
          <p:cNvPr id="5" name="S2-O4"/>
          <p:cNvSpPr/>
          <p:nvPr/>
        </p:nvSpPr>
        <p:spPr>
          <a:xfrm>
            <a:off x="8686800" y="457200"/>
            <a:ext cx="182880" cy="5486400"/>
          </a:xfrm>
          <a:prstGeom prst="rect">
            <a:avLst/>
          </a:prstGeom>
          <a:solidFill>
            <a:srgbClr val="12345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-O1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third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export</dc:title>
  <dc:subject>PptxGenJS Presentation</dc:subject>
  <dc:creator>PptxGenJS</dc:creator>
  <cp:lastModifiedBy>PptxGenJS</cp:lastModifiedBy>
  <cp:revision>1</cp:revision>
  <dcterms:created xsi:type="dcterms:W3CDTF">2026-10-29T12:33:54Z</dcterms:created>
  <dcterms:modified xsi:type="dcterms:W3CDTF">2026-10-29T12:33:54Z</dcterms:modified>
</cp:coreProperties>
</file>