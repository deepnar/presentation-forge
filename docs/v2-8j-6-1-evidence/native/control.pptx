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2286000"/>
            <a:ext cx="2743200" cy="1828800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5C5C59"/>
                </a:solidFill>
              </a:rPr>
              <a:t>[image]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0" y="457200"/>
            <a:ext cx="182880" cy="5486400"/>
          </a:xfrm>
          <a:prstGeom prst="rect">
            <a:avLst/>
          </a:prstGeom>
          <a:solidFill>
            <a:srgbClr val="12345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third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export</dc:title>
  <dc:subject>PptxGenJS Presentation</dc:subject>
  <dc:creator>PptxGenJS</dc:creator>
  <cp:lastModifiedBy>PptxGenJS</cp:lastModifiedBy>
  <cp:revision>1</cp:revision>
  <dcterms:created xsi:type="dcterms:W3CDTF">2026-10-29T12:33:54Z</dcterms:created>
  <dcterms:modified xsi:type="dcterms:W3CDTF">2026-10-29T12:33:54Z</dcterms:modified>
</cp:coreProperties>
</file>