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Human chart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C5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5C5C5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47088"/>
            <a:ext cx="10911535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Imported results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4261167"/>
            <a:ext cx="10911535" cy="484505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lnSpc>
                <a:spcPts val="2020"/>
              </a:lnSpc>
              <a:buNone/>
            </a:pPr>
            <a:r>
              <a:rPr lang="en-US" sz="1300" dirty="0">
                <a:solidFill>
                  <a:srgbClr val="2D2D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Imported results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Conductivity</a:t>
            </a:r>
            <a:endParaRPr lang="en-US" sz="4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618488"/>
          <a:ext cx="10911535" cy="389534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513832"/>
            <a:ext cx="10911535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00" spc="20" kern="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Unit: mS/cm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BEB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66928"/>
            <a:ext cx="10911535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4000" b="1" spc="-50" kern="0" dirty="0">
                <a:solidFill>
                  <a:srgbClr val="2D2D2A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Measurements</a:t>
            </a:r>
            <a:endParaRPr lang="en-US" sz="4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18488"/>
          <a:ext cx="10911535" cy="1042035"/>
        </p:xfrm>
        <a:graphic>
          <a:graphicData uri="http://schemas.openxmlformats.org/drawingml/2006/table">
            <a:tbl>
              <a:tblPr/>
              <a:tblGrid>
                <a:gridCol w="5455768"/>
                <a:gridCol w="5455768"/>
              </a:tblGrid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D2D2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045433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5C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Imported results</dc:title>
  <dc:subject>PptxGenJS Presentation</dc:subject>
  <dc:creator>PptxGenJS</dc:creator>
  <cp:lastModifiedBy>PptxGenJS</cp:lastModifiedBy>
  <cp:revision>1</cp:revision>
  <dcterms:created xsi:type="dcterms:W3CDTF">2026-10-21T16:54:37Z</dcterms:created>
  <dcterms:modified xsi:type="dcterms:W3CDTF">2026-10-21T16:54:37Z</dcterms:modified>
</cp:coreProperties>
</file>