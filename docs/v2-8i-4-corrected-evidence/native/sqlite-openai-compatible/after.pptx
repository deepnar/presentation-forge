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2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Reviewed 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First</c:v>
                  </c:pt>
                  <c:pt idx="1">
                    <c:v>Second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2.5</c:v>
                </c:pt>
                <c:pt idx="1">
                  <c:v>15.75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First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Second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15.75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2026-10-26T14:43:59Z</dcterms:created>
  <dcterms:modified xsi:type="dcterms:W3CDTF">2026-10-26T14:43:59Z</dcterms:modified>
</cp:coreProperties>
</file>