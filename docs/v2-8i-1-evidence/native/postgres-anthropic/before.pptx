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7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</c:v>
                  </c:pt>
                  <c:pt idx="1">
                    <c:v>B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1.25</c:v>
                </c:pt>
                <c:pt idx="1">
                  <c:v>12.5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1.25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2026-10-24T13:49:40Z</dcterms:created>
  <dcterms:modified xsi:type="dcterms:W3CDTF">2026-10-24T13:49:40Z</dcterms:modified>
</cp:coreProperties>
</file>