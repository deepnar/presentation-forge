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harts/chart1.xml" ContentType="application/vnd.openxmlformats-officedocument.drawingml.chart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Reviewed score</c:v>
                </c:pt>
              </c:strCache>
            </c:strRef>
          </c:tx>
          <c:spPr>
            <a:solidFill>
              <a:srgbClr val="C0504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First</c:v>
                  </c:pt>
                  <c:pt idx="1">
                    <c:v>Second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2.5</c:v>
                </c:pt>
                <c:pt idx="1">
                  <c:v>15.75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78899"/>
                </a:solidFill>
                <a:latin typeface="Inter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78899"/>
                </a:solidFill>
                <a:latin typeface="Inter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1200">
              <a:solidFill>
                <a:srgbClr val="778899"/>
              </a:solidFill>
              <a:latin typeface="Inter"/>
              <a:cs typeface="Inter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457200"/>
            <a:ext cx="9144000" cy="1371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122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Reviewed </a:t>
            </a:r>
            <a:pPr indent="0" marL="0">
              <a:buNone/>
            </a:pPr>
            <a:r>
              <a:rPr lang="en-US" sz="2000" i="1" dirty="0">
                <a:solidFill>
                  <a:srgbClr val="4455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results</a:t>
            </a:r>
            <a:endParaRPr lang="en-US" sz="24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914400" y="2286000"/>
          <a:ext cx="457200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0" y="2286000"/>
          <a:ext cx="4572000" cy="1371600"/>
        </p:xfrm>
        <a:graphic>
          <a:graphicData uri="http://schemas.openxmlformats.org/drawingml/2006/table">
            <a:tbl>
              <a:tblPr/>
              <a:tblGrid>
                <a:gridCol w="2286000"/>
                <a:gridCol w="228600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11111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Cell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11111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Score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First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2.5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Second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15.75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7315200" cy="1828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Unrelated private slide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Conversation HTTP</dc:title>
  <dc:subject>PptxGenJS Presentation</dc:subject>
  <dc:creator>PptxGenJS</dc:creator>
  <cp:lastModifiedBy>PptxGenJS</cp:lastModifiedBy>
  <cp:revision>1</cp:revision>
  <dcterms:created xsi:type="dcterms:W3CDTF">2026-10-24T14:02:22Z</dcterms:created>
  <dcterms:modified xsi:type="dcterms:W3CDTF">2026-10-24T14:02:22Z</dcterms:modified>
</cp:coreProperties>
</file>