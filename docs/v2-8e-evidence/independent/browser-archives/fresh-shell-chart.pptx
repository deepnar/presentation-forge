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 values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Shell edited</c:v>
                  </c:pt>
                  <c:pt idx="1">
                    <c:v>Example B</c:v>
                  </c:pt>
                  <c:pt idx="2">
                    <c:v>Example C</c:v>
                  </c:pt>
                  <c:pt idx="3">
                    <c:v>Example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Chart title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06640" y="155448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A1A1A"/>
                </a:solidFill>
              </a:rPr>
              <a:t>What this shows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2194560"/>
            <a:ext cx="4144975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Replace this chart with your data. These figures are placeholders.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06640" y="420624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Source: your dataset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chart</dc:title>
  <dc:subject>PptxGenJS Presentation</dc:subject>
  <dc:creator>PptxGenJS</dc:creator>
  <cp:lastModifiedBy>PptxGenJS</cp:lastModifiedBy>
  <cp:revision>1</cp:revision>
  <dcterms:created xsi:type="dcterms:W3CDTF">2026-10-21T11:44:34Z</dcterms:created>
  <dcterms:modified xsi:type="dcterms:W3CDTF">2026-10-21T11:44:34Z</dcterms:modified>
</cp:coreProperties>
</file>