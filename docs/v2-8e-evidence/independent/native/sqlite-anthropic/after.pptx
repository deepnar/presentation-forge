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6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charts/_rels/chart6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Reviewed score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First</c:v>
                  </c:pt>
                  <c:pt idx="1">
                    <c:v>Second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2.5</c:v>
                </c:pt>
                <c:pt idx="1">
                  <c:v>15.75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778899"/>
                </a:solidFill>
                <a:latin typeface="Inter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  <c:txPr>
        <a:bodyPr/>
        <a:lstStyle/>
        <a:p>
          <a:pPr>
            <a:defRPr sz="1200">
              <a:solidFill>
                <a:srgbClr val="778899"/>
              </a:solidFill>
              <a:latin typeface="Inter"/>
              <a:cs typeface="Inter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6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457200"/>
            <a:ext cx="9144000" cy="1371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1223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Reviewed </a:t>
            </a:r>
            <a:pPr indent="0" marL="0">
              <a:buNone/>
            </a:pPr>
            <a:r>
              <a:rPr lang="en-US" sz="2000" i="1" dirty="0">
                <a:solidFill>
                  <a:srgbClr val="44556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results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914400" y="2286000"/>
          <a:ext cx="457200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2286000"/>
          <a:ext cx="4572000" cy="1371600"/>
        </p:xfrm>
        <a:graphic>
          <a:graphicData uri="http://schemas.openxmlformats.org/drawingml/2006/table">
            <a:tbl>
              <a:tblPr/>
              <a:tblGrid>
                <a:gridCol w="2286000"/>
                <a:gridCol w="228600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Cell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111111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Score</a:t>
                      </a:r>
                      <a:endParaRPr lang="en-US" sz="14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EE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First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2.5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Second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222222"/>
                          </a:solidFill>
                          <a:latin typeface="Inter" pitchFamily="34" charset="0"/>
                          <a:ea typeface="Inter" pitchFamily="34" charset="-122"/>
                          <a:cs typeface="Inter" pitchFamily="34" charset="-120"/>
                        </a:rPr>
                        <a:t>15.75</a:t>
                      </a:r>
                      <a:endParaRPr lang="en-US" sz="1200" dirty="0">
                        <a:latin typeface="Inter" charset="0"/>
                        <a:ea typeface="Inter" charset="0"/>
                        <a:cs typeface="Inter" charset="0"/>
                      </a:endParaRPr>
                    </a:p>
                  </a:txBody>
                  <a:tcPr marL="45720" marR="45720" marT="45720" marB="45720" anchor="t">
                    <a:lnL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99999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Unrelated private slide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2026-10-21T11:47:01Z</dcterms:created>
  <dcterms:modified xsi:type="dcterms:W3CDTF">2026-10-21T11:47:01Z</dcterms:modified>
</cp:coreProperties>
</file>