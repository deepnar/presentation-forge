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10911535" cy="82296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algn="l" indent="0" marL="0">
              <a:lnSpc>
                <a:spcPts val="3500"/>
              </a:lnSpc>
              <a:buNone/>
            </a:pPr>
            <a:r>
              <a:rPr lang="en-US" sz="2800" b="1" dirty="0">
                <a:solidFill>
                  <a:srgbClr val="1A1A1A"/>
                </a:solidFill>
              </a:rPr>
              <a:t>Table title</a:t>
            </a:r>
            <a:endParaRPr lang="en-US" sz="2800" dirty="0"/>
          </a:p>
        </p:txBody>
      </p:sp>
      <p:graphicFrame>
        <p:nvGraphicFramePr>
          <p:cNvPr id="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1554480"/>
          <a:ext cx="10911535" cy="3657600"/>
        </p:xfrm>
        <a:graphic>
          <a:graphicData uri="http://schemas.openxmlformats.org/drawingml/2006/table">
            <a:tbl>
              <a:tblPr/>
              <a:tblGrid>
                <a:gridCol w="2727655"/>
                <a:gridCol w="2727655"/>
                <a:gridCol w="2727655"/>
                <a:gridCol w="2727655"/>
              </a:tblGrid>
              <a:tr h="7315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A1A1A"/>
                          </a:solidFill>
                        </a:rPr>
                        <a:t>Shell edited</a:t>
                      </a:r>
                      <a:endParaRPr lang="en-US" sz="1200" dirty="0"/>
                    </a:p>
                  </a:txBody>
                  <a:tcPr marL="54864" marR="54864" marT="54864" marB="54864" anchor="t">
                    <a:lnL w="6350" cap="flat" cmpd="sng" algn="ctr">
                      <a:solidFill>
                        <a:srgbClr val="D8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B82C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A1A1A"/>
                          </a:solidFill>
                        </a:rPr>
                        <a:t>Example A</a:t>
                      </a:r>
                      <a:endParaRPr lang="en-US" sz="1200" dirty="0"/>
                    </a:p>
                  </a:txBody>
                  <a:tcPr marL="54864" marR="54864" marT="54864" marB="54864" anchor="t">
                    <a:lnL w="6350" cap="flat" cmpd="sng" algn="ctr">
                      <a:solidFill>
                        <a:srgbClr val="D8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B82C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A1A1A"/>
                          </a:solidFill>
                        </a:rPr>
                        <a:t>Example B</a:t>
                      </a:r>
                      <a:endParaRPr lang="en-US" sz="1200" dirty="0"/>
                    </a:p>
                  </a:txBody>
                  <a:tcPr marL="54864" marR="54864" marT="54864" marB="54864" anchor="t">
                    <a:lnL w="6350" cap="flat" cmpd="sng" algn="ctr">
                      <a:solidFill>
                        <a:srgbClr val="D8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B82C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A1A1A"/>
                          </a:solidFill>
                        </a:rPr>
                        <a:t>Note</a:t>
                      </a:r>
                      <a:endParaRPr lang="en-US" sz="1200" dirty="0"/>
                    </a:p>
                  </a:txBody>
                  <a:tcPr marL="54864" marR="54864" marT="54864" marB="54864" anchor="t">
                    <a:lnL w="6350" cap="flat" cmpd="sng" algn="ctr">
                      <a:solidFill>
                        <a:srgbClr val="D8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B82C4"/>
                    </a:solidFill>
                  </a:tcPr>
                </a:tc>
              </a:tr>
              <a:tr h="7315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</a:rPr>
                        <a:t>Row 1</a:t>
                      </a:r>
                      <a:endParaRPr lang="en-US" sz="1200" dirty="0"/>
                    </a:p>
                  </a:txBody>
                  <a:tcPr marL="54864" marR="54864" marT="54864" marB="54864" anchor="t">
                    <a:lnL w="6350" cap="flat" cmpd="sng" algn="ctr">
                      <a:solidFill>
                        <a:srgbClr val="D8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</a:rPr>
                        <a:t>12</a:t>
                      </a:r>
                      <a:endParaRPr lang="en-US" sz="1200" dirty="0"/>
                    </a:p>
                  </a:txBody>
                  <a:tcPr marL="54864" marR="54864" marT="54864" marB="54864" anchor="t">
                    <a:lnL w="6350" cap="flat" cmpd="sng" algn="ctr">
                      <a:solidFill>
                        <a:srgbClr val="D8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</a:rPr>
                        <a:t>8</a:t>
                      </a:r>
                      <a:endParaRPr lang="en-US" sz="1200" dirty="0"/>
                    </a:p>
                  </a:txBody>
                  <a:tcPr marL="54864" marR="54864" marT="54864" marB="54864" anchor="t">
                    <a:lnL w="6350" cap="flat" cmpd="sng" algn="ctr">
                      <a:solidFill>
                        <a:srgbClr val="D8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</a:rPr>
                        <a:t>sample</a:t>
                      </a:r>
                      <a:endParaRPr lang="en-US" sz="1200" dirty="0"/>
                    </a:p>
                  </a:txBody>
                  <a:tcPr marL="54864" marR="54864" marT="54864" marB="54864" anchor="t">
                    <a:lnL w="6350" cap="flat" cmpd="sng" algn="ctr">
                      <a:solidFill>
                        <a:srgbClr val="D8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7315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</a:rPr>
                        <a:t>Row 2</a:t>
                      </a:r>
                      <a:endParaRPr lang="en-US" sz="1200" dirty="0"/>
                    </a:p>
                  </a:txBody>
                  <a:tcPr marL="54864" marR="54864" marT="54864" marB="54864" anchor="t">
                    <a:lnL w="6350" cap="flat" cmpd="sng" algn="ctr">
                      <a:solidFill>
                        <a:srgbClr val="D8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</a:rPr>
                        <a:t>17</a:t>
                      </a:r>
                      <a:endParaRPr lang="en-US" sz="1200" dirty="0"/>
                    </a:p>
                  </a:txBody>
                  <a:tcPr marL="54864" marR="54864" marT="54864" marB="54864" anchor="t">
                    <a:lnL w="6350" cap="flat" cmpd="sng" algn="ctr">
                      <a:solidFill>
                        <a:srgbClr val="D8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</a:rPr>
                        <a:t>5</a:t>
                      </a:r>
                      <a:endParaRPr lang="en-US" sz="1200" dirty="0"/>
                    </a:p>
                  </a:txBody>
                  <a:tcPr marL="54864" marR="54864" marT="54864" marB="54864" anchor="t">
                    <a:lnL w="6350" cap="flat" cmpd="sng" algn="ctr">
                      <a:solidFill>
                        <a:srgbClr val="D8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</a:rPr>
                        <a:t>sample</a:t>
                      </a:r>
                      <a:endParaRPr lang="en-US" sz="1200" dirty="0"/>
                    </a:p>
                  </a:txBody>
                  <a:tcPr marL="54864" marR="54864" marT="54864" marB="54864" anchor="t">
                    <a:lnL w="6350" cap="flat" cmpd="sng" algn="ctr">
                      <a:solidFill>
                        <a:srgbClr val="D8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7315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</a:rPr>
                        <a:t>Row 3</a:t>
                      </a:r>
                      <a:endParaRPr lang="en-US" sz="1200" dirty="0"/>
                    </a:p>
                  </a:txBody>
                  <a:tcPr marL="54864" marR="54864" marT="54864" marB="54864" anchor="t">
                    <a:lnL w="6350" cap="flat" cmpd="sng" algn="ctr">
                      <a:solidFill>
                        <a:srgbClr val="D8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</a:rPr>
                        <a:t>9</a:t>
                      </a:r>
                      <a:endParaRPr lang="en-US" sz="1200" dirty="0"/>
                    </a:p>
                  </a:txBody>
                  <a:tcPr marL="54864" marR="54864" marT="54864" marB="54864" anchor="t">
                    <a:lnL w="6350" cap="flat" cmpd="sng" algn="ctr">
                      <a:solidFill>
                        <a:srgbClr val="D8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</a:rPr>
                        <a:t>11</a:t>
                      </a:r>
                      <a:endParaRPr lang="en-US" sz="1200" dirty="0"/>
                    </a:p>
                  </a:txBody>
                  <a:tcPr marL="54864" marR="54864" marT="54864" marB="54864" anchor="t">
                    <a:lnL w="6350" cap="flat" cmpd="sng" algn="ctr">
                      <a:solidFill>
                        <a:srgbClr val="D8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</a:rPr>
                        <a:t>sample</a:t>
                      </a:r>
                      <a:endParaRPr lang="en-US" sz="1200" dirty="0"/>
                    </a:p>
                  </a:txBody>
                  <a:tcPr marL="54864" marR="54864" marT="54864" marB="54864" anchor="t">
                    <a:lnL w="6350" cap="flat" cmpd="sng" algn="ctr">
                      <a:solidFill>
                        <a:srgbClr val="D8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7315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</a:rPr>
                        <a:t>Row 4</a:t>
                      </a:r>
                      <a:endParaRPr lang="en-US" sz="1200" dirty="0"/>
                    </a:p>
                  </a:txBody>
                  <a:tcPr marL="54864" marR="54864" marT="54864" marB="54864" anchor="t">
                    <a:lnL w="6350" cap="flat" cmpd="sng" algn="ctr">
                      <a:solidFill>
                        <a:srgbClr val="D8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</a:rPr>
                        <a:t>14</a:t>
                      </a:r>
                      <a:endParaRPr lang="en-US" sz="1200" dirty="0"/>
                    </a:p>
                  </a:txBody>
                  <a:tcPr marL="54864" marR="54864" marT="54864" marB="54864" anchor="t">
                    <a:lnL w="6350" cap="flat" cmpd="sng" algn="ctr">
                      <a:solidFill>
                        <a:srgbClr val="D8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</a:rPr>
                        <a:t>6</a:t>
                      </a:r>
                      <a:endParaRPr lang="en-US" sz="1200" dirty="0"/>
                    </a:p>
                  </a:txBody>
                  <a:tcPr marL="54864" marR="54864" marT="54864" marB="54864" anchor="t">
                    <a:lnL w="6350" cap="flat" cmpd="sng" algn="ctr">
                      <a:solidFill>
                        <a:srgbClr val="D8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</a:rPr>
                        <a:t>sample</a:t>
                      </a:r>
                      <a:endParaRPr lang="en-US" sz="1200" dirty="0"/>
                    </a:p>
                  </a:txBody>
                  <a:tcPr marL="54864" marR="54864" marT="54864" marB="54864" anchor="t">
                    <a:lnL w="6350" cap="flat" cmpd="sng" algn="ctr">
                      <a:solidFill>
                        <a:srgbClr val="D8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4" name="Text 1"/>
          <p:cNvSpPr/>
          <p:nvPr/>
        </p:nvSpPr>
        <p:spPr>
          <a:xfrm>
            <a:off x="640080" y="5394960"/>
            <a:ext cx="10911535" cy="5486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1200" dirty="0">
                <a:solidFill>
                  <a:srgbClr val="1A1A1A"/>
                </a:solidFill>
              </a:rPr>
              <a:t>Sample figures — replace with your own data.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Shell table</dc:title>
  <dc:subject>PptxGenJS Presentation</dc:subject>
  <dc:creator>PptxGenJS</dc:creator>
  <cp:lastModifiedBy>PptxGenJS</cp:lastModifiedBy>
  <cp:revision>1</cp:revision>
  <dcterms:created xsi:type="dcterms:W3CDTF">2026-10-20T18:26:10Z</dcterms:created>
  <dcterms:modified xsi:type="dcterms:W3CDTF">2026-10-20T18:26:10Z</dcterms:modified>
</cp:coreProperties>
</file>