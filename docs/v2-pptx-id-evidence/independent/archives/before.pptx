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2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notesMasterIdLst>
    <p:notesMasterId r:id="rId5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6" Type="http://schemas.openxmlformats.org/officeDocument/2006/relationships/presProps" Target="presProps.xml"/><Relationship Id="rId7" Type="http://schemas.openxmlformats.org/officeDocument/2006/relationships/viewProps" Target="viewProps.xml"/><Relationship Id="rId8" Type="http://schemas.openxmlformats.org/officeDocument/2006/relationships/theme" Target="theme/theme1.xml"/><Relationship Id="rId9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Conductivity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Oxide</c:v>
                  </c:pt>
                  <c:pt idx="1">
                    <c:v>Sulfide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3.75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Conductivity</c:v>
                </c:pt>
              </c:strCache>
            </c:strRef>
          </c:tx>
          <c:spPr>
            <a:solidFill>
              <a:srgbClr val="C0504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Oxide</c:v>
                  </c:pt>
                  <c:pt idx="1">
                    <c:v>Sulfide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3.75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r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image" Target="../media/image-2-1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Native objects retain their identity</a:t>
            </a:r>
            <a:endParaRPr lang="en-US" sz="24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669280" y="128016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" name="Text 0"/>
          <p:cNvSpPr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Tables before and after other objects</a:t>
            </a:r>
            <a:endParaRPr lang="en-US" sz="2400" dirty="0"/>
          </a:p>
        </p:txBody>
      </p:sp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01752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graphicFrame>
        <p:nvGraphicFramePr>
          <p:cNvPr id="5" name="Chart 0" descr=""/>
          <p:cNvGraphicFramePr/>
          <p:nvPr/>
        </p:nvGraphicFramePr>
        <p:xfrm>
          <a:off x="5669280" y="1280160"/>
          <a:ext cx="521208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0698480" y="5394960"/>
            <a:ext cx="457200" cy="457200"/>
          </a:xfrm>
          <a:prstGeom prst="rect">
            <a:avLst/>
          </a:prstGeom>
        </p:spPr>
      </p:pic>
      <p:sp>
        <p:nvSpPr>
          <p:cNvPr id="7" name="Shape 1"/>
          <p:cNvSpPr/>
          <p:nvPr/>
        </p:nvSpPr>
        <p:spPr>
          <a:xfrm>
            <a:off x="9052560" y="5303520"/>
            <a:ext cx="1280160" cy="640080"/>
          </a:xfrm>
          <a:prstGeom prst="rect">
            <a:avLst/>
          </a:prstGeom>
          <a:solidFill>
            <a:srgbClr val="D8D8D2"/>
          </a:solidFill>
          <a:ln/>
        </p:spPr>
      </p:sp>
      <p:sp>
        <p:nvSpPr>
          <p:cNvPr id="8" name="Text 2"/>
          <p:cNvSpPr/>
          <p:nvPr/>
        </p:nvSpPr>
        <p:spPr>
          <a:xfrm>
            <a:off x="9052560" y="5440680"/>
            <a:ext cx="12801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dirty="0">
                <a:solidFill>
                  <a:srgbClr val="5C5C59"/>
                </a:solidFill>
              </a:rPr>
              <a:t>[image]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37960"/>
            <a:ext cx="12191695" cy="320040"/>
          </a:xfrm>
          <a:prstGeom prst="rect">
            <a:avLst/>
          </a:prstGeom>
          <a:solidFill>
            <a:srgbClr val="17324D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20040"/>
            <a:ext cx="10789920" cy="50292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t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7324D"/>
                </a:solidFill>
              </a:rPr>
              <a:t>Decor, groups and native lines</a:t>
            </a:r>
            <a:endParaRPr lang="en-US" sz="24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3291840"/>
            <a:ext cx="1280160" cy="640080"/>
          </a:xfrm>
          <a:prstGeom prst="roundRect">
            <a:avLst/>
          </a:prstGeom>
          <a:solidFill>
            <a:srgbClr val="99C3DA"/>
          </a:solidFill>
          <a:ln/>
        </p:spPr>
      </p:sp>
      <p:graphicFrame>
        <p:nvGraphicFramePr>
          <p:cNvPr id="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0" y="1463040"/>
          <a:ext cx="4389120" cy="1097280"/>
        </p:xfrm>
        <a:graphic>
          <a:graphicData uri="http://schemas.openxmlformats.org/drawingml/2006/table">
            <a:tbl>
              <a:tblPr/>
              <a:tblGrid>
                <a:gridCol w="2194560"/>
                <a:gridCol w="219456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Material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Value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Oxide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</a:rPr>
                        <a:t>12.5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8D8D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3"/>
          <p:cNvSpPr/>
          <p:nvPr/>
        </p:nvSpPr>
        <p:spPr>
          <a:xfrm>
            <a:off x="548640" y="5029200"/>
            <a:ext cx="10607040" cy="9144"/>
          </a:xfrm>
          <a:prstGeom prst="line">
            <a:avLst/>
          </a:prstGeom>
          <a:noFill/>
          <a:ln w="19050">
            <a:solidFill>
              <a:srgbClr val="17324D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Arial</vt:lpstr>
      <vt:lpstr>Calibri</vt:lpstr>
      <vt:lpstr>Office Theme</vt:lpstr>
      <vt:lpstr>Slide 1</vt:lpstr>
      <vt:lpstr>Slide 2</vt:lpstr>
      <vt:lpstr>Slide 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Native shape identity regression</dc:title>
  <dc:subject>PptxGenJS Presentation</dc:subject>
  <dc:creator>Forge</dc:creator>
  <cp:lastModifiedBy>Forge</cp:lastModifiedBy>
  <cp:revision>1</cp:revision>
  <dcterms:created xsi:type="dcterms:W3CDTF">2026-10-22T17:18:26Z</dcterms:created>
  <dcterms:modified xsi:type="dcterms:W3CDTF">2026-10-22T17:18:26Z</dcterms:modified>
</cp:coreProperties>
</file>