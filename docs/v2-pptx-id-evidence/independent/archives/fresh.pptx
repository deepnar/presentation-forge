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Native objects retain their identity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Tables before and after other objects</a:t>
            </a:r>
            <a:endParaRPr lang="en-US" sz="2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98480" y="5394960"/>
            <a:ext cx="457200" cy="4572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052560" y="5303520"/>
            <a:ext cx="1280160" cy="640080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Text 2"/>
          <p:cNvSpPr/>
          <p:nvPr/>
        </p:nvSpPr>
        <p:spPr>
          <a:xfrm>
            <a:off x="9052560" y="5440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5C5C59"/>
                </a:solidFill>
              </a:rPr>
              <a:t>[image]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Decor, groups and native lines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1280160" cy="640080"/>
          </a:xfrm>
          <a:prstGeom prst="roundRect">
            <a:avLst/>
          </a:prstGeom>
          <a:solidFill>
            <a:srgbClr val="99C3DA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0607040" cy="9144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shape identity regression</dc:title>
  <dc:subject>PptxGenJS Presentation</dc:subject>
  <dc:creator>Forge</dc:creator>
  <cp:lastModifiedBy>Forge</cp:lastModifiedBy>
  <cp:revision>1</cp:revision>
  <dcterms:created xsi:type="dcterms:W3CDTF">2026-10-22T17:36:48Z</dcterms:created>
  <dcterms:modified xsi:type="dcterms:W3CDTF">2026-10-22T17:36:48Z</dcterms:modified>
</cp:coreProperties>
</file>