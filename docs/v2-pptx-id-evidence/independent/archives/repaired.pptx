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Conductivity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Oxide</c:v>
                  </c:pt>
                  <c:pt idx="1">
                    <c:v>Sulfide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12.5</c:v>
                </c:pt>
                <c:pt idx="1">
                  <c:v>3.75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Conductivity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Oxide</c:v>
                  </c:pt>
                  <c:pt idx="1">
                    <c:v>Sulfide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12.5</c:v>
                </c:pt>
                <c:pt idx="1">
                  <c:v>3.75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Native objects retain their identity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669280" y="1280160"/>
          <a:ext cx="5212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4389120" cy="109728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Material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Oxide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4389120" cy="109728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Material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Oxide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Text 0"/>
          <p:cNvSpPr/>
          <p:nvPr/>
        </p:nvSpPr>
        <p:spPr>
          <a:xfrm>
            <a:off x="54864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Tables before and after other objects</a:t>
            </a:r>
            <a:endParaRPr lang="en-US" sz="24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4389120" cy="109728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Material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Oxide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5669280" y="1280160"/>
          <a:ext cx="5212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98480" y="5394960"/>
            <a:ext cx="457200" cy="45720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9052560" y="5303520"/>
            <a:ext cx="1280160" cy="640080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8" name="Text 2"/>
          <p:cNvSpPr/>
          <p:nvPr/>
        </p:nvSpPr>
        <p:spPr>
          <a:xfrm>
            <a:off x="9052560" y="5440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5C5C59"/>
                </a:solidFill>
              </a:rPr>
              <a:t>[image]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Decor, groups and native lines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4389120" cy="109728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Material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Oxide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91840"/>
            <a:ext cx="1280160" cy="640080"/>
          </a:xfrm>
          <a:prstGeom prst="roundRect">
            <a:avLst/>
          </a:prstGeom>
          <a:solidFill>
            <a:srgbClr val="99C3DA"/>
          </a:solidFill>
          <a:ln/>
        </p:spPr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463040"/>
          <a:ext cx="4389120" cy="109728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Material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Oxide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29200"/>
            <a:ext cx="10607040" cy="9144"/>
          </a:xfrm>
          <a:prstGeom prst="line">
            <a:avLst/>
          </a:prstGeom>
          <a:noFill/>
          <a:ln w="19050">
            <a:solidFill>
              <a:srgbClr val="17324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shape identity regression</dc:title>
  <dc:subject>PptxGenJS Presentation</dc:subject>
  <dc:creator>Forge</dc:creator>
  <cp:lastModifiedBy>Forge</cp:lastModifiedBy>
  <cp:revision>1</cp:revision>
  <dcterms:created xsi:type="dcterms:W3CDTF">2026-10-22T17:18:26Z</dcterms:created>
  <dcterms:modified xsi:type="dcterms:W3CDTF">2026-10-22T17:18:26Z</dcterms:modified>
</cp:coreProperties>
</file>