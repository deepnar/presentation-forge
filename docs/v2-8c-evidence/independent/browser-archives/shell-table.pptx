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1A1A1A"/>
                </a:solidFill>
              </a:rPr>
              <a:t>Table title</a:t>
            </a:r>
            <a:endParaRPr lang="en-US" sz="2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11535" cy="3657600"/>
        </p:xfrm>
        <a:graphic>
          <a:graphicData uri="http://schemas.openxmlformats.org/drawingml/2006/table">
            <a:tbl>
              <a:tblPr/>
              <a:tblGrid>
                <a:gridCol w="2727655"/>
                <a:gridCol w="2727655"/>
                <a:gridCol w="2727655"/>
                <a:gridCol w="2727655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Shell edited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Example A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Example B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Note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C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Row 1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sample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Row 2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17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sample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Row 3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sample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Row 4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14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sample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394960"/>
            <a:ext cx="10911535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Sample figures — replace with your own data.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Shell table</dc:title>
  <dc:subject>PptxGenJS Presentation</dc:subject>
  <dc:creator>PptxGenJS</dc:creator>
  <cp:lastModifiedBy>PptxGenJS</cp:lastModifiedBy>
  <cp:revision>1</cp:revision>
  <dcterms:created xsi:type="dcterms:W3CDTF">2026-10-20T07:57:10Z</dcterms:created>
  <dcterms:modified xsi:type="dcterms:W3CDTF">2026-10-20T07:57:10Z</dcterms:modified>
</cp:coreProperties>
</file>