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3500"/>
              </a:lnSpc>
              <a:buNone/>
            </a:pPr>
            <a:r>
              <a:rPr lang="en-US" sz="2800" b="1" dirty="0">
                <a:solidFill>
                  <a:srgbClr val="1A1A1A"/>
                </a:solidFill>
              </a:rPr>
              <a:t>Table title</a:t>
            </a:r>
            <a:endParaRPr lang="en-US" sz="2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54480"/>
          <a:ext cx="10911535" cy="3657600"/>
        </p:xfrm>
        <a:graphic>
          <a:graphicData uri="http://schemas.openxmlformats.org/drawingml/2006/table">
            <a:tbl>
              <a:tblPr/>
              <a:tblGrid>
                <a:gridCol w="2727655"/>
                <a:gridCol w="2727655"/>
                <a:gridCol w="2727655"/>
                <a:gridCol w="2727655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Shell edited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A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Example B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A1A1A"/>
                          </a:solidFill>
                        </a:rPr>
                        <a:t>Note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8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2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3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11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Row 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14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A1A1A"/>
                          </a:solidFill>
                        </a:rPr>
                        <a:t>sample</a:t>
                      </a:r>
                      <a:endParaRPr lang="en-US" sz="1200" dirty="0"/>
                    </a:p>
                  </a:txBody>
                  <a:tcPr marL="54864" marR="54864" marT="54864" marB="54864" anchor="t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394960"/>
            <a:ext cx="10911535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1A1A1A"/>
                </a:solidFill>
              </a:rPr>
              <a:t>Sample figures — replace with your own data.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Shell table</dc:title>
  <dc:subject>PptxGenJS Presentation</dc:subject>
  <dc:creator>PptxGenJS</dc:creator>
  <cp:lastModifiedBy>PptxGenJS</cp:lastModifiedBy>
  <cp:revision>1</cp:revision>
  <dcterms:created xsi:type="dcterms:W3CDTF">2026-10-25T13:00:56Z</dcterms:created>
  <dcterms:modified xsi:type="dcterms:W3CDTF">2026-10-25T13:00:56Z</dcterms:modified>
</cp:coreProperties>
</file>