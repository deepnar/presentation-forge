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6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Reviewed score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First</c:v>
                  </c:pt>
                  <c:pt idx="1">
                    <c:v>Second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2.5</c:v>
                </c:pt>
                <c:pt idx="1">
                  <c:v>15.75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200">
              <a:solidFill>
                <a:srgbClr val="778899"/>
              </a:solidFill>
              <a:latin typeface="Inter"/>
              <a:cs typeface="Inter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914400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122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Reviewed </a:t>
            </a:r>
            <a:pPr indent="0" marL="0">
              <a:buNone/>
            </a:pPr>
            <a:r>
              <a:rPr lang="en-US" sz="2000" i="1" dirty="0">
                <a:solidFill>
                  <a:srgbClr val="4455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results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914400" y="2286000"/>
          <a:ext cx="45720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2286000"/>
          <a:ext cx="4572000" cy="1371600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Cell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Score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First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2.5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Second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15.75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31520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Unrelated private slide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2026-10-25T13:50:28Z</dcterms:created>
  <dcterms:modified xsi:type="dcterms:W3CDTF">2026-10-25T13:50:28Z</dcterms:modified>
</cp:coreProperties>
</file>